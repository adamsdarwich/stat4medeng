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5"/>
    <p:restoredTop sz="94595"/>
  </p:normalViewPr>
  <p:slideViewPr>
    <p:cSldViewPr snapToGrid="0">
      <p:cViewPr varScale="1">
        <p:scale>
          <a:sx n="89" d="100"/>
          <a:sy n="89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44D2-B154-8A4C-93F9-24174C6F6467}" type="datetimeFigureOut">
              <a:rPr lang="en-SE" smtClean="0"/>
              <a:t>2026-08-28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A3CF5C-713F-6B41-98EA-E4216775588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532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3CF5C-713F-6B41-98EA-E42167755885}" type="slidenum">
              <a:rPr lang="en-SE" smtClean="0"/>
              <a:t>15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637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F63C-E0FE-172A-A4A0-0F0C6832B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5A501-8930-9E2C-E0F0-D1A623834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2A8B-B0AF-E06C-296D-B52CBC4A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E27D-850C-9FED-43B3-1BAA408A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BD0BC-74EF-BB00-8D52-FA3356F0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4029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0E0B-5EDF-CB11-825F-969DBAEA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874E-0457-5154-9C56-70C0D54F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B4762-F01B-024A-B59A-FE232EFD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992AD-15DA-1DE6-2CB0-8B898079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76686-DD17-4CFA-66BE-4B569385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599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071D-C9B3-1A7B-3284-83E18624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8025C-57DA-D495-5EF1-46C602991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B55FA-23C6-C856-56ED-08A6DA96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2194-5298-36CF-35A9-635AF445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124C2-F6A8-0079-FD1F-87481BA4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3192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E1F8-A4B7-374B-13CE-5B6E8F7D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E4788-1D9C-A744-BCD9-9B875393A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2DA2-0DD0-1F3D-3D4A-496595096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13B21-22FF-948B-C0EA-C9EA5405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5CEED-ADD5-5AA4-FB47-BA91343F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175F6-0FEA-234C-FA4C-17E1A6E2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8316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2EFF-29C9-C3AA-739C-D1C9A41C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9EAE6-CF5A-FCF6-0598-5753C70F6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55DCB-FFA9-AA3D-90E8-DBD2623A4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6765D-118B-9E51-C868-295F07EFB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B55BF-15C7-53EC-6E70-28E3B71E8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F2BF5-6F51-5CF8-1816-F9D06343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EB26A-0994-15B4-E114-D23B756F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3181F-3813-311B-4433-D7B7C788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2350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2C95-DC26-13B7-7D1B-425810F7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A1823-7D5C-09EA-8911-640D9CAB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E6A30-A900-7110-263F-138CF589D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EE971-2EC1-FB30-4820-6B4858B2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4078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ADFC8-D25E-A72F-E9CB-97E99A6C3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80CF4-23D2-3E10-CA85-ADCE73DA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7E958-83A3-AF09-8380-9D647938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0805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68EC-346D-3090-5632-35470514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0AE8-45B1-F984-3E1B-6EDA009F8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4E680-7251-270E-4023-CF1979EF0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38E06-28C3-E803-0021-DF40575E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D8545-A575-1373-08AC-2A8049D5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99A31-14D2-89EA-1A7A-64DCA892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6220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DB15-493E-8CC5-68D5-BB3F676A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BF37B-B88C-20E6-3F89-CD506B7FF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E88CE-3A07-A112-2342-AAC76256C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3FB5C-0FED-281F-4BD8-B286EFE6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C9C7D-1E5D-CD3A-95C8-60016356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515F7-8516-66E3-47AC-737C8280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0884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69FD-3538-F1DB-495E-EC7A46AC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01A31-CADB-696C-8F60-287D5F395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E3C4A-A6D5-65B1-6682-752A4F86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C145C-BD31-5343-8257-0F5E7AE7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F1580-F205-9351-F019-2F0B7BE6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832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2EADFE-202B-445C-E7CD-0DADEB15E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B65D9-D223-337E-3C56-07BEAA644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EA358-6E49-6BCD-BE0D-32D4145C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7581C-E02C-00AB-2A67-E2BAB92C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A0F91-2596-F7C1-EC7A-25D3B048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783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1BFA6-B3C2-4145-8F3E-D2EA737E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DF38F-1C45-D11B-4206-0CCB37E6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2481-1915-78AE-13F3-9DB72B01C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2372E-1EA0-7C42-A167-C59FC93434CA}" type="datetimeFigureOut">
              <a:rPr lang="en-SE" smtClean="0"/>
              <a:t>2026-08-07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F57DD-1999-37C8-E7E1-AEEB2E5D9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8584B-11DB-2D63-2DA7-87DEF71B5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3E803-3809-DD43-BDDB-0ACC392026F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3898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4C84-ECAC-DCCC-0945-15E8771B1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0AB6C-7B68-D56F-F932-0DE37C1D3B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62329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A22CCD-0E80-0E79-608A-EDA3EBDB9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601" y="118050"/>
            <a:ext cx="6341054" cy="1980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40ED19-DE0E-4ED0-E14F-D7B5FB30D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601" y="2217318"/>
            <a:ext cx="6341054" cy="420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7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F184F3-CAEF-917E-32F8-069EECBC7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557" y="0"/>
            <a:ext cx="5844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67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44436C-D539-898F-57EF-FC3E9AC2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71408"/>
            <a:ext cx="7772400" cy="231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7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39C00-6368-DC95-58D8-97CBDC37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5848"/>
            <a:ext cx="7772400" cy="332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7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49B83F-9EEA-FDCD-04BC-9087638B7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56229"/>
            <a:ext cx="7772400" cy="334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9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E8C7EC5-14AA-1B97-1F8E-E80136901F03}"/>
              </a:ext>
            </a:extLst>
          </p:cNvPr>
          <p:cNvGrpSpPr/>
          <p:nvPr/>
        </p:nvGrpSpPr>
        <p:grpSpPr>
          <a:xfrm>
            <a:off x="2209800" y="1526864"/>
            <a:ext cx="7772400" cy="3804272"/>
            <a:chOff x="2209800" y="1526864"/>
            <a:chExt cx="7772400" cy="38042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E06547-BC33-C108-FD31-B4FCCA345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526864"/>
              <a:ext cx="7772400" cy="380427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78682B-28E3-7A4A-367B-1AABBD64DF84}"/>
                </a:ext>
              </a:extLst>
            </p:cNvPr>
            <p:cNvSpPr/>
            <p:nvPr/>
          </p:nvSpPr>
          <p:spPr>
            <a:xfrm>
              <a:off x="2209800" y="1526864"/>
              <a:ext cx="632254" cy="573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417592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C146F6-DEA0-36F9-F6CA-9C56FF74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98174"/>
            <a:ext cx="7772400" cy="526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99D876-2009-A943-80AA-E145572D4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92282"/>
            <a:ext cx="7772400" cy="367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4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BC09E1-16AF-DB75-CCD4-399D1D939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520700"/>
            <a:ext cx="45847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5C08DD1-E55D-2D46-B6B6-E2D6131F9224}"/>
              </a:ext>
            </a:extLst>
          </p:cNvPr>
          <p:cNvGrpSpPr/>
          <p:nvPr/>
        </p:nvGrpSpPr>
        <p:grpSpPr>
          <a:xfrm>
            <a:off x="2209800" y="1654865"/>
            <a:ext cx="7772400" cy="3548269"/>
            <a:chOff x="2209800" y="1654865"/>
            <a:chExt cx="7772400" cy="354826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0DDC1F-42AF-8BE5-5DA2-8022A573C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654865"/>
              <a:ext cx="7772400" cy="354826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4EDD8E-795A-DD32-2C7A-6380A23C794F}"/>
                </a:ext>
              </a:extLst>
            </p:cNvPr>
            <p:cNvSpPr/>
            <p:nvPr/>
          </p:nvSpPr>
          <p:spPr>
            <a:xfrm>
              <a:off x="2315688" y="1654865"/>
              <a:ext cx="475013" cy="2451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90512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9CB3C5-FFA8-E40E-74F7-52401D67D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4878"/>
            <a:ext cx="7772400" cy="36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79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A6391FB-FBFD-9AA8-97A6-EA86070454D7}"/>
              </a:ext>
            </a:extLst>
          </p:cNvPr>
          <p:cNvGrpSpPr/>
          <p:nvPr/>
        </p:nvGrpSpPr>
        <p:grpSpPr>
          <a:xfrm>
            <a:off x="605642" y="688768"/>
            <a:ext cx="10697197" cy="4435926"/>
            <a:chOff x="605642" y="688768"/>
            <a:chExt cx="10697197" cy="44359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3402B1-40E0-189C-7B39-74A58CD1B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642" y="1218075"/>
              <a:ext cx="5848766" cy="390661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EA28B5-A5CF-641A-6AC0-882D51828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0039" y="1009894"/>
              <a:ext cx="4622800" cy="41148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761503-9A94-BD4A-0AD4-6A18E02F6CCC}"/>
                </a:ext>
              </a:extLst>
            </p:cNvPr>
            <p:cNvSpPr txBox="1"/>
            <p:nvPr/>
          </p:nvSpPr>
          <p:spPr>
            <a:xfrm>
              <a:off x="760021" y="688769"/>
              <a:ext cx="18720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2400" b="1" dirty="0"/>
                <a:t>A) </a:t>
              </a:r>
              <a:r>
                <a:rPr lang="en-SE" sz="2400" dirty="0"/>
                <a:t>Effect size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AF9470-CD62-48E5-CAF7-F4D0C6D2EC19}"/>
                </a:ext>
              </a:extLst>
            </p:cNvPr>
            <p:cNvSpPr txBox="1"/>
            <p:nvPr/>
          </p:nvSpPr>
          <p:spPr>
            <a:xfrm>
              <a:off x="6680039" y="688768"/>
              <a:ext cx="32806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2400" b="1" dirty="0"/>
                <a:t>B) </a:t>
              </a:r>
              <a:r>
                <a:rPr lang="en-SE" sz="2400" dirty="0"/>
                <a:t>Confidence intervals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8442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86F504-3B59-2530-95F1-CAB583B65197}"/>
              </a:ext>
            </a:extLst>
          </p:cNvPr>
          <p:cNvGrpSpPr/>
          <p:nvPr/>
        </p:nvGrpSpPr>
        <p:grpSpPr>
          <a:xfrm>
            <a:off x="2185639" y="1393902"/>
            <a:ext cx="7796561" cy="4042848"/>
            <a:chOff x="2185639" y="1393902"/>
            <a:chExt cx="7796561" cy="40428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0E23E74-2753-7352-6122-C0A012094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421250"/>
              <a:ext cx="7772400" cy="40155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5189C6-F490-1795-F8DB-D312816CBC19}"/>
                </a:ext>
              </a:extLst>
            </p:cNvPr>
            <p:cNvSpPr/>
            <p:nvPr/>
          </p:nvSpPr>
          <p:spPr>
            <a:xfrm>
              <a:off x="2185639" y="1393902"/>
              <a:ext cx="646771" cy="6579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2932253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E5D5C8-047E-0FB9-31CB-D3ECEFCB6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79928"/>
            <a:ext cx="7772400" cy="309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2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37375</TotalTime>
  <Words>9</Words>
  <Application>Microsoft Macintosh PowerPoint</Application>
  <PresentationFormat>Widescreen</PresentationFormat>
  <Paragraphs>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Darwich</dc:creator>
  <cp:lastModifiedBy>Adam Darwich</cp:lastModifiedBy>
  <cp:revision>1</cp:revision>
  <dcterms:created xsi:type="dcterms:W3CDTF">2026-08-07T09:13:50Z</dcterms:created>
  <dcterms:modified xsi:type="dcterms:W3CDTF">2026-09-02T08:09:37Z</dcterms:modified>
</cp:coreProperties>
</file>